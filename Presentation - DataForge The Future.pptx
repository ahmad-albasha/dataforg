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Gilda Display" charset="1" panose="02000000000000000000"/>
      <p:regular r:id="rId11"/>
    </p:embeddedFont>
    <p:embeddedFont>
      <p:font typeface="HK Grotesk Light" charset="1" panose="00000400000000000000"/>
      <p:regular r:id="rId12"/>
    </p:embeddedFont>
    <p:embeddedFont>
      <p:font typeface="HK Grotesk Bold" charset="1" panose="00000800000000000000"/>
      <p:regular r:id="rId13"/>
    </p:embeddedFont>
    <p:embeddedFont>
      <p:font typeface="HK Grotesk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-42636" t="0" r="-42636" b="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666804"/>
            <a:ext cx="6886575" cy="4243083"/>
            <a:chOff x="0" y="0"/>
            <a:chExt cx="9182100" cy="565744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559068"/>
              <a:ext cx="91821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9E8F5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DataForge: The Future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1668"/>
              <a:ext cx="91821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A3C5E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Unlocking Data's Potential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9E8F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January 5,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5248274"/>
            <a:chOff x="0" y="0"/>
            <a:chExt cx="11099800" cy="69976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0291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D9E8F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Manual data processing leads to increased complexity and delays, hindering the pace of AI innovation and development.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4584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D9E8F5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Data Conversion Challenges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6886575" cy="5372100"/>
            <a:chOff x="0" y="0"/>
            <a:chExt cx="1200275" cy="936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936314"/>
            </a:xfrm>
            <a:custGeom>
              <a:avLst/>
              <a:gdLst/>
              <a:ahLst/>
              <a:cxnLst/>
              <a:rect r="r" b="b" t="t" l="l"/>
              <a:pathLst>
                <a:path h="936314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891345"/>
                  </a:lnTo>
                  <a:cubicBezTo>
                    <a:pt x="1200275" y="903272"/>
                    <a:pt x="1195537" y="914710"/>
                    <a:pt x="1187104" y="923143"/>
                  </a:cubicBezTo>
                  <a:cubicBezTo>
                    <a:pt x="1178670" y="931576"/>
                    <a:pt x="1167233" y="936314"/>
                    <a:pt x="1155306" y="936314"/>
                  </a:cubicBezTo>
                  <a:lnTo>
                    <a:pt x="44968" y="936314"/>
                  </a:lnTo>
                  <a:cubicBezTo>
                    <a:pt x="33042" y="936314"/>
                    <a:pt x="21604" y="931576"/>
                    <a:pt x="13171" y="923143"/>
                  </a:cubicBezTo>
                  <a:cubicBezTo>
                    <a:pt x="4738" y="914710"/>
                    <a:pt x="0" y="903272"/>
                    <a:pt x="0" y="89134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246" t="0" r="-246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450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D9E8F5"/>
                </a:solidFill>
                <a:latin typeface="Gilda Display"/>
                <a:ea typeface="Gilda Display"/>
                <a:cs typeface="Gilda Display"/>
                <a:sym typeface="Gilda Display"/>
              </a:rPr>
              <a:t>Introducing DataForge: Your Data Solution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7829550"/>
            <a:ext cx="6886575" cy="940181"/>
            <a:chOff x="0" y="0"/>
            <a:chExt cx="9182100" cy="125357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A3C5E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Streamline Your Data Extraction Process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79653"/>
              <a:ext cx="9182100" cy="473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</a:pPr>
              <a:r>
                <a:rPr lang="en-US" sz="2199">
                  <a:solidFill>
                    <a:srgbClr val="D9E8F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DataForge simplifies data conversion tasks for everyone.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3832">
            <a:off x="-4531687" y="6137129"/>
            <a:ext cx="8157874" cy="9711754"/>
          </a:xfrm>
          <a:custGeom>
            <a:avLst/>
            <a:gdLst/>
            <a:ahLst/>
            <a:cxnLst/>
            <a:rect r="r" b="b" t="t" l="l"/>
            <a:pathLst>
              <a:path h="9711754" w="815787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1695450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D9E8F5"/>
                </a:solidFill>
                <a:latin typeface="Gilda Display"/>
                <a:ea typeface="Gilda Display"/>
                <a:cs typeface="Gilda Display"/>
                <a:sym typeface="Gilda Display"/>
              </a:rPr>
              <a:t>DataForge Features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5143500"/>
            <a:ext cx="8324850" cy="3276600"/>
            <a:chOff x="0" y="0"/>
            <a:chExt cx="11099800" cy="4368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A3C5E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Capabilities of DataForge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39900"/>
              <a:ext cx="110998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D9E8F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Supports diverse input formats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D9E8F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Automated data extraction process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D9E8F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User-friendly interface for everyone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D9E8F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Seamless integration with AI tools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-5468013" y="-6350191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6" y="0"/>
                </a:lnTo>
                <a:lnTo>
                  <a:pt x="10936026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7191375" cy="8953500"/>
            <a:chOff x="0" y="0"/>
            <a:chExt cx="1067508" cy="13290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7508" cy="1329083"/>
            </a:xfrm>
            <a:custGeom>
              <a:avLst/>
              <a:gdLst/>
              <a:ahLst/>
              <a:cxnLst/>
              <a:rect r="r" b="b" t="t" l="l"/>
              <a:pathLst>
                <a:path h="1329083" w="1067508">
                  <a:moveTo>
                    <a:pt x="43062" y="0"/>
                  </a:moveTo>
                  <a:lnTo>
                    <a:pt x="1024446" y="0"/>
                  </a:lnTo>
                  <a:cubicBezTo>
                    <a:pt x="1035867" y="0"/>
                    <a:pt x="1046820" y="4537"/>
                    <a:pt x="1054895" y="12613"/>
                  </a:cubicBezTo>
                  <a:cubicBezTo>
                    <a:pt x="1062971" y="20688"/>
                    <a:pt x="1067508" y="31641"/>
                    <a:pt x="1067508" y="43062"/>
                  </a:cubicBezTo>
                  <a:lnTo>
                    <a:pt x="1067508" y="1286021"/>
                  </a:lnTo>
                  <a:cubicBezTo>
                    <a:pt x="1067508" y="1309803"/>
                    <a:pt x="1048228" y="1329083"/>
                    <a:pt x="1024446" y="1329083"/>
                  </a:cubicBezTo>
                  <a:lnTo>
                    <a:pt x="43062" y="1329083"/>
                  </a:lnTo>
                  <a:cubicBezTo>
                    <a:pt x="19280" y="1329083"/>
                    <a:pt x="0" y="1309803"/>
                    <a:pt x="0" y="1286021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296400" y="3886200"/>
            <a:ext cx="6886575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A3C5EB"/>
                </a:solidFill>
                <a:latin typeface="HK Grotesk"/>
                <a:ea typeface="HK Grotesk"/>
                <a:cs typeface="HK Grotesk"/>
                <a:sym typeface="HK Grotesk"/>
              </a:rPr>
              <a:t>Leveraging processed data enables AI systems to operate efficiently, enhancing training speed and providing superior insights, ultimately driving innovation and productivity in various sectors.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DataForge: The Future</dc:description>
  <dc:identifier>DAG9Ta15JEo</dc:identifier>
  <dcterms:modified xsi:type="dcterms:W3CDTF">2011-08-01T06:04:30Z</dcterms:modified>
  <cp:revision>1</cp:revision>
  <dc:title>Presentation - DataForge: The Future</dc:title>
</cp:coreProperties>
</file>